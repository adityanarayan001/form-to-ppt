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ov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640080"/>
            <a:ext cx="2743200" cy="2743200"/>
          </a:xfrm>
          <a:prstGeom prst="rect">
            <a:avLst/>
          </a:prstGeom>
        </p:spPr>
      </p:pic>
      <p:pic>
        <p:nvPicPr>
          <p:cNvPr id="3" name="Picture 2" descr="startupInd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57200"/>
            <a:ext cx="1828800" cy="407096"/>
          </a:xfrm>
          <a:prstGeom prst="rect">
            <a:avLst/>
          </a:prstGeom>
        </p:spPr>
      </p:pic>
      <p:pic>
        <p:nvPicPr>
          <p:cNvPr id="4" name="Picture 3" descr="seedFundSche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9144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297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b="1" sz="3200">
                <a:solidFill>
                  <a:srgbClr val="2F3290"/>
                </a:solidFill>
              </a:defRPr>
            </a:pPr>
            <a:r>
              <a:t>STARTUP INDIA SEED FUND SCHEME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b="1" sz="3000">
                <a:solidFill>
                  <a:srgbClr val="2F3290"/>
                </a:solidFill>
              </a:defRPr>
            </a:pPr>
            <a:r>
              <a:t>ABCD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